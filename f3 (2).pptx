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terata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Literata" panose="020B0604020202020204" charset="0"/>
      <p:regular r:id="rId8"/>
    </p:embeddedFont>
    <p:embeddedFont>
      <p:font typeface="Times New Roman MT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111" autoAdjust="0"/>
  </p:normalViewPr>
  <p:slideViewPr>
    <p:cSldViewPr>
      <p:cViewPr varScale="1">
        <p:scale>
          <a:sx n="97" d="100"/>
          <a:sy n="97" d="100"/>
        </p:scale>
        <p:origin x="153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6945872" y="5835651"/>
            <a:ext cx="3747528" cy="1720849"/>
          </a:xfrm>
          <a:custGeom>
            <a:avLst/>
            <a:gdLst/>
            <a:ahLst/>
            <a:cxnLst/>
            <a:rect l="l" t="t" r="r" b="b"/>
            <a:pathLst>
              <a:path w="4745419" h="2651503">
                <a:moveTo>
                  <a:pt x="4745418" y="0"/>
                </a:moveTo>
                <a:lnTo>
                  <a:pt x="0" y="0"/>
                </a:lnTo>
                <a:lnTo>
                  <a:pt x="0" y="2651503"/>
                </a:lnTo>
                <a:lnTo>
                  <a:pt x="4745418" y="2651503"/>
                </a:lnTo>
                <a:lnTo>
                  <a:pt x="474541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-16781"/>
            <a:ext cx="3578719" cy="1622824"/>
          </a:xfrm>
          <a:custGeom>
            <a:avLst/>
            <a:gdLst/>
            <a:ahLst/>
            <a:cxnLst/>
            <a:rect l="l" t="t" r="r" b="b"/>
            <a:pathLst>
              <a:path w="4745419" h="2651503">
                <a:moveTo>
                  <a:pt x="0" y="2651503"/>
                </a:moveTo>
                <a:lnTo>
                  <a:pt x="4745419" y="2651503"/>
                </a:lnTo>
                <a:lnTo>
                  <a:pt x="4745419" y="0"/>
                </a:lnTo>
                <a:lnTo>
                  <a:pt x="0" y="0"/>
                </a:lnTo>
                <a:lnTo>
                  <a:pt x="0" y="265150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273476" y="1012790"/>
            <a:ext cx="948299" cy="1206104"/>
          </a:xfrm>
          <a:custGeom>
            <a:avLst/>
            <a:gdLst/>
            <a:ahLst/>
            <a:cxnLst/>
            <a:rect l="l" t="t" r="r" b="b"/>
            <a:pathLst>
              <a:path w="948299" h="1206104">
                <a:moveTo>
                  <a:pt x="0" y="0"/>
                </a:moveTo>
                <a:lnTo>
                  <a:pt x="948299" y="0"/>
                </a:lnTo>
                <a:lnTo>
                  <a:pt x="948299" y="1206104"/>
                </a:lnTo>
                <a:lnTo>
                  <a:pt x="0" y="1206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9307" y="4076340"/>
            <a:ext cx="9840364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9"/>
              </a:lnSpc>
            </a:pPr>
            <a:r>
              <a:rPr lang="en-US" sz="1650" dirty="0" smtClean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This is to certify that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POLIPALLI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RAJESH, RAVULA VINAY KUMAR,PULABALA,SAIVARUN 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Literata"/>
                <a:cs typeface="Times New Roman" panose="02020603050405020304" pitchFamily="18" charset="0"/>
                <a:sym typeface="Literata"/>
              </a:rPr>
              <a:t>                                                                                        </a:t>
            </a:r>
            <a:r>
              <a:rPr lang="en-US" sz="1650" dirty="0" smtClean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                                                                         </a:t>
            </a:r>
            <a:r>
              <a:rPr lang="en-US" sz="1650" dirty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has </a:t>
            </a:r>
            <a:r>
              <a:rPr lang="en-US" sz="1650" dirty="0" smtClean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 presented a </a:t>
            </a:r>
            <a:r>
              <a:rPr lang="en-US" sz="1650" dirty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Paper </a:t>
            </a:r>
            <a:r>
              <a:rPr lang="en-US" sz="1650" dirty="0" smtClean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entitled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iBeacon based AI-Driven Wearable Surveillance System  for Tracking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Intercepting Forced Human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n-US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5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Literata"/>
                <a:cs typeface="Times New Roman" panose="02020603050405020304" pitchFamily="18" charset="0"/>
                <a:sym typeface="Literata"/>
              </a:rPr>
              <a:t> </a:t>
            </a:r>
            <a:r>
              <a:rPr lang="en-US" sz="1650" dirty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in the  National Conference on “Emerging Advances In Communication Technologies” (NCEACT-2026), organized by Bharath Institute of Science and Technology, 173, </a:t>
            </a:r>
            <a:r>
              <a:rPr lang="en-US" sz="1650" dirty="0" err="1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Agaram</a:t>
            </a:r>
            <a:r>
              <a:rPr lang="en-US" sz="1650" dirty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 Main Road, </a:t>
            </a:r>
            <a:r>
              <a:rPr lang="en-US" sz="1650" dirty="0" err="1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Selaiyur</a:t>
            </a:r>
            <a:r>
              <a:rPr lang="en-US" sz="1650" dirty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, Chennai - 600073, Tamil Nadu, India, 16.04. 2026 &amp; </a:t>
            </a:r>
            <a:r>
              <a:rPr lang="en-US" sz="1650" dirty="0" smtClean="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17.04.2026</a:t>
            </a:r>
            <a:endParaRPr lang="en-US" sz="1650" dirty="0">
              <a:solidFill>
                <a:srgbClr val="000000"/>
              </a:solidFill>
              <a:latin typeface="Literata"/>
              <a:ea typeface="Literata"/>
              <a:cs typeface="Literata"/>
              <a:sym typeface="Literat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289300" y="4432983"/>
            <a:ext cx="7113229" cy="308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3822700" y="4754322"/>
            <a:ext cx="6688835" cy="124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4091802" y="63145"/>
            <a:ext cx="2635375" cy="1042528"/>
          </a:xfrm>
          <a:custGeom>
            <a:avLst/>
            <a:gdLst/>
            <a:ahLst/>
            <a:cxnLst/>
            <a:rect l="l" t="t" r="r" b="b"/>
            <a:pathLst>
              <a:path w="2635375" h="1042528">
                <a:moveTo>
                  <a:pt x="0" y="0"/>
                </a:moveTo>
                <a:lnTo>
                  <a:pt x="2635375" y="0"/>
                </a:lnTo>
                <a:lnTo>
                  <a:pt x="2635375" y="1042529"/>
                </a:lnTo>
                <a:lnTo>
                  <a:pt x="0" y="104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004" t="-59823" r="-10350" b="-6244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60748" y="3085499"/>
            <a:ext cx="688960" cy="694501"/>
          </a:xfrm>
          <a:custGeom>
            <a:avLst/>
            <a:gdLst/>
            <a:ahLst/>
            <a:cxnLst/>
            <a:rect l="l" t="t" r="r" b="b"/>
            <a:pathLst>
              <a:path w="688960" h="694501">
                <a:moveTo>
                  <a:pt x="0" y="0"/>
                </a:moveTo>
                <a:lnTo>
                  <a:pt x="688960" y="0"/>
                </a:lnTo>
                <a:lnTo>
                  <a:pt x="688960" y="694501"/>
                </a:lnTo>
                <a:lnTo>
                  <a:pt x="0" y="694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34970" y="1586451"/>
            <a:ext cx="10073684" cy="33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3"/>
              </a:lnSpc>
              <a:spcBef>
                <a:spcPct val="0"/>
              </a:spcBef>
            </a:pPr>
            <a:r>
              <a:rPr lang="en-US" sz="1731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SCHOOL OF ELECTRICAL ENGINEERING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10930" y="2808955"/>
            <a:ext cx="5070141" cy="21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  <a:spcBef>
                <a:spcPct val="0"/>
              </a:spcBef>
            </a:pPr>
            <a:r>
              <a:rPr lang="en-US" sz="1304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16.04. 2026 - 17.04.2026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878" y="2466652"/>
            <a:ext cx="10424243" cy="3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spc="-15">
                <a:solidFill>
                  <a:srgbClr val="042EA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“EMERGING ADVANCES IN COMMUNICATION TECHNOLOGIES” (NCEACT-2026)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1641" y="6859474"/>
            <a:ext cx="2575468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Dr.S.PRAKASH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82906" y="7171259"/>
            <a:ext cx="972939" cy="23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DEAN /SEE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07194" y="2832352"/>
            <a:ext cx="457613" cy="20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sz="102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Scan 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3389" y="1837785"/>
            <a:ext cx="5605222" cy="67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9" b="1" spc="109">
                <a:solidFill>
                  <a:srgbClr val="FF313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National Conference </a:t>
            </a:r>
          </a:p>
          <a:p>
            <a:pPr algn="ctr">
              <a:lnSpc>
                <a:spcPts val="1386"/>
              </a:lnSpc>
            </a:pPr>
            <a:r>
              <a:rPr lang="en-US" sz="1899" b="1" spc="94">
                <a:solidFill>
                  <a:srgbClr val="FF313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46550" y="1137842"/>
            <a:ext cx="4450524" cy="428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7"/>
              </a:lnSpc>
              <a:spcBef>
                <a:spcPct val="0"/>
              </a:spcBef>
            </a:pPr>
            <a:r>
              <a:rPr lang="en-US" sz="1819" spc="-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Bharath Institute of Science and Technology</a:t>
            </a:r>
          </a:p>
          <a:p>
            <a:pPr algn="ctr">
              <a:lnSpc>
                <a:spcPts val="836"/>
              </a:lnSpc>
            </a:pPr>
            <a:r>
              <a:rPr lang="en-US" sz="1019" spc="-1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173, </a:t>
            </a:r>
            <a:r>
              <a:rPr lang="en-US" sz="1019" spc="-1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Agaram</a:t>
            </a:r>
            <a:r>
              <a:rPr lang="en-US" sz="1019" spc="-1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 Rd., </a:t>
            </a:r>
            <a:r>
              <a:rPr lang="en-US" sz="1019" spc="-1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Selaiyur</a:t>
            </a:r>
            <a:r>
              <a:rPr lang="en-US" sz="1019" spc="-1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Chennai - 600073, Tamil Nadu, India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5352" y="3204441"/>
            <a:ext cx="6061297" cy="335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778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CERTIFICATE OF PARTICIPATION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3467" y="6787506"/>
            <a:ext cx="188297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Literata Bold"/>
                <a:ea typeface="Literata Bold"/>
                <a:cs typeface="Literata Bold"/>
                <a:sym typeface="Literata Bold"/>
              </a:rPr>
              <a:t>Dr. B.KALAISELVI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7540" y="7076004"/>
            <a:ext cx="851649" cy="23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Literata"/>
                <a:ea typeface="Literata"/>
                <a:cs typeface="Literata"/>
                <a:sym typeface="Literata"/>
              </a:rPr>
              <a:t>HoD/ ECE</a:t>
            </a:r>
          </a:p>
        </p:txBody>
      </p:sp>
      <p:sp>
        <p:nvSpPr>
          <p:cNvPr id="22" name="Freeform 22"/>
          <p:cNvSpPr/>
          <p:nvPr/>
        </p:nvSpPr>
        <p:spPr>
          <a:xfrm>
            <a:off x="981862" y="1351939"/>
            <a:ext cx="1333490" cy="1333490"/>
          </a:xfrm>
          <a:custGeom>
            <a:avLst/>
            <a:gdLst/>
            <a:ahLst/>
            <a:cxnLst/>
            <a:rect l="l" t="t" r="r" b="b"/>
            <a:pathLst>
              <a:path w="1333490" h="1333490">
                <a:moveTo>
                  <a:pt x="0" y="0"/>
                </a:moveTo>
                <a:lnTo>
                  <a:pt x="1333490" y="0"/>
                </a:lnTo>
                <a:lnTo>
                  <a:pt x="1333490" y="1333489"/>
                </a:lnTo>
                <a:lnTo>
                  <a:pt x="0" y="13334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3" name="Freeform 23"/>
          <p:cNvSpPr/>
          <p:nvPr/>
        </p:nvSpPr>
        <p:spPr>
          <a:xfrm>
            <a:off x="1484450" y="6240516"/>
            <a:ext cx="1217830" cy="539989"/>
          </a:xfrm>
          <a:custGeom>
            <a:avLst/>
            <a:gdLst/>
            <a:ahLst/>
            <a:cxnLst/>
            <a:rect l="l" t="t" r="r" b="b"/>
            <a:pathLst>
              <a:path w="1217830" h="539989">
                <a:moveTo>
                  <a:pt x="0" y="0"/>
                </a:moveTo>
                <a:lnTo>
                  <a:pt x="1217830" y="0"/>
                </a:lnTo>
                <a:lnTo>
                  <a:pt x="1217830" y="539989"/>
                </a:lnTo>
                <a:lnTo>
                  <a:pt x="0" y="5399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4106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047092" y="6321614"/>
            <a:ext cx="1444567" cy="593959"/>
          </a:xfrm>
          <a:custGeom>
            <a:avLst/>
            <a:gdLst/>
            <a:ahLst/>
            <a:cxnLst/>
            <a:rect l="l" t="t" r="r" b="b"/>
            <a:pathLst>
              <a:path w="1444567" h="593959">
                <a:moveTo>
                  <a:pt x="0" y="0"/>
                </a:moveTo>
                <a:lnTo>
                  <a:pt x="1444567" y="0"/>
                </a:lnTo>
                <a:lnTo>
                  <a:pt x="1444567" y="593959"/>
                </a:lnTo>
                <a:lnTo>
                  <a:pt x="0" y="5939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Literata Bold</vt:lpstr>
      <vt:lpstr>Calibri</vt:lpstr>
      <vt:lpstr>Literata</vt:lpstr>
      <vt:lpstr>Times New Roman</vt:lpstr>
      <vt:lpstr>Arial</vt:lpstr>
      <vt:lpstr>Times New Roman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16</cp:revision>
  <dcterms:created xsi:type="dcterms:W3CDTF">2006-08-16T00:00:00Z</dcterms:created>
  <dcterms:modified xsi:type="dcterms:W3CDTF">2026-05-12T09:40:19Z</dcterms:modified>
  <dc:identifier>DAHJEDtYjnc</dc:identifier>
</cp:coreProperties>
</file>